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0" y="1828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智能仓库管理系统整体陈氏 E-R 图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977640" y="320040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3200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269480" y="320040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3200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仓位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828800" y="544068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54406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入库记录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897880" y="544068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54406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出库记录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697480" y="3054096"/>
            <a:ext cx="1051560" cy="10058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3054096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63240" y="4526280"/>
            <a:ext cx="1005840" cy="9144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4526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20640" y="4526280"/>
            <a:ext cx="1005840" cy="9144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526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526280"/>
            <a:ext cx="1005840" cy="9144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526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存放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86600" y="4526280"/>
            <a:ext cx="1005840" cy="9144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4526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存放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286000" y="3557016"/>
            <a:ext cx="4114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3557016"/>
            <a:ext cx="228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32552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76472" y="32552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0" y="3913632"/>
            <a:ext cx="-228600" cy="61264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8920" y="5440680"/>
            <a:ext cx="7772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5440680"/>
            <a:ext cx="0" cy="-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43159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01568" y="52303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8160" y="3913632"/>
            <a:ext cx="-2011680" cy="79552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36992" y="43159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99632" y="45720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5080" y="5440680"/>
            <a:ext cx="-7315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23560" y="5440680"/>
            <a:ext cx="0" cy="-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52303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194560" y="5440680"/>
            <a:ext cx="-594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00200" y="5440680"/>
            <a:ext cx="0" cy="-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4983480"/>
            <a:ext cx="0" cy="-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557016"/>
            <a:ext cx="-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3557016"/>
            <a:ext cx="0" cy="12161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26464" y="5212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88352" y="4526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80960" y="5440680"/>
            <a:ext cx="4114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2440" y="5440680"/>
            <a:ext cx="0" cy="-457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4983480"/>
            <a:ext cx="0" cy="-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54112" y="5212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74736" y="4526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注：当前数据库中，用户实体独立存在，未与业务表建立外键联系。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智能仓库管理系统整体陈氏E-R图</dc:title>
  <dc:subject>智能仓库管理系统陈氏E-R图</dc:subject>
  <dc:creator>OpenAI Codex</dc:creator>
  <cp:lastModifiedBy>OpenAI Codex</cp:lastModifiedBy>
  <cp:revision>1</cp:revision>
  <dcterms:created xsi:type="dcterms:W3CDTF">2026-04-20T17:47:18Z</dcterms:created>
  <dcterms:modified xsi:type="dcterms:W3CDTF">2026-04-20T17:47:18Z</dcterms:modified>
</cp:coreProperties>
</file>